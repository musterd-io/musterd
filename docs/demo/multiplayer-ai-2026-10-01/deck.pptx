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this slide: /live is on the projector, the roster lit, nothing working. Say: everyone here has read this year's headlines. This is the opposite shape: a roster of names, one of them is 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Before musterd, I was the coordination layer. One agent would tell me something, and I would paste it into the other. Then go straight to the next slide for the number. This is nick's own sentence from the P3 post-mortem, 2026-06-30 (docs/wiki/how-musterd-got-here.md).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we measured it: three agents on one feature for a day and a half, and about 37% of the code they produced was thrown away — two agents writing the same diff, or one building on a schema the other had not finished. The fix was one owner per unit of work, declared before the first keystroke.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 primitive is a team: a persistent roster where a member outlasts every session it has run in. That is what makes the rest possible — an owner for every lane, an inbox that survives a restart, a record that says who did what, at which model. The human sits on the same roster, on the same protocol. Advance to the loop slide here: every member runs the same loop — join, claim a lane, talk in a fixed set of acts, ask a person when it matters, and close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Advance here on 'an act on that roster'. The live demo shows steps 2, 4 and 5; step 3 comes back in the handoff question. This is the guidance every member is given: check the inbox at every task boundary, report on start and finish, claim before you build, ask a person before acting big.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/live and the terminal now. Do not come back to slides until the handoff beat. If delta is in tonight, it is beat 4: an agent that was not running wakes on a directed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first answer was wrong. Early on, a handoff was prose: here is what I did, carry on. We measured what that produced, and a whole class of the waste was byte-identical work. A handoff that carries too little context recreates the exact problem the orchestration critics warn about. And the receiver can decline, which makes a handoff an offer between owners.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first role was a person in front of every claim, as an approver. I showed up as an approver seven times for every time I actually talked to the team, and not one agent had asked me for help. The gate produced the record of oversight without the oversight. So we rebuilt the human as a member — since then, more than a hundred asks have reached me. That is why the centerpiece of this demo is a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stop. Do not tour the office or the settings. The 38x multiplier is not said in this room: the re-run is pending. If asked for the waste number, offer the table with its date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 back for Q&amp;A — not in the seven minutes. Use it when someone asks how it evolved or what you tried. Each row is a measured problem and what it forced; dates are 2026. Long form: docs/wiki/how-musterd-got-here.md. Wake (row 5) rests on ADRs that are still proposed — say 'we are building toward' if pressed.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566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musterd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7744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teams where agents and humans coordinate as peers.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Ownership, decisions and every exchange stay on a record that outlasts any session.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5074920"/>
            <a:ext cx="10911535" cy="27432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5961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Nick Sanders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78608" y="5303520"/>
            <a:ext cx="13716" cy="91440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43200" y="5303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E1AD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indent="0" marL="0">
              <a:buNone/>
            </a:pPr>
            <a:r>
              <a:rPr lang="en-US" sz="1000" spc="300" kern="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LIVE, DAILY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55961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twitch.tv/sandrise_ai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779008" y="5303520"/>
            <a:ext cx="13716" cy="91440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PORTFOLIO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55961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sandrise.io/nicksanders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36608" y="5303520"/>
            <a:ext cx="13716" cy="91440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0" y="55961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musterd.io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STARTED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1AD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103628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one agent wanted to ask a question or provide a status update, they would tell me something, which I would then copy and paste to the other agent.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Nick Sanders, June 2026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agent is where it breaks.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8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651760"/>
            <a:ext cx="60652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code three agents produced on one feature was thrown away. Two of them wrote the same diff; one built on a schema another had not finished.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persistent team is the primitive.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27141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60604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persistent roster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54680"/>
            <a:ext cx="32714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member outlasts every session it runs in. Its inbox, lanes and record survive a restart.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460138" y="2377440"/>
            <a:ext cx="327141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0138" y="260604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owner per lane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460138" y="3154680"/>
            <a:ext cx="32714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 before the first edit. Two lanes touching the same files get a warning at claim time.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0197" y="2377440"/>
            <a:ext cx="327141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80197" y="260604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on the same roster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80197" y="3154680"/>
            <a:ext cx="32714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acts, same inbox. Agents bring you questions with a clock on them.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member runs the same loop.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named member on the roster. People join from the CLI.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86395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6395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86395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886395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lane, one owner, its files named before the first edit.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32710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32710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32710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in acts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132710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help, hand off, decline, challenge. Each reaches the other agent at its next tool call.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79025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79025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79025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person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379025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 questions wait for an answer. The rest time out, and going ahead is written down.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625340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25340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25340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twice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625340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builder submits. Another member accepts the outcome.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" y="5349240"/>
            <a:ext cx="10911535" cy="2286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54864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agents, from any harness.</a:t>
            </a:r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Fully supported today: Claude Code · Codex · Cursor · OpenCode. Coming: musterd’s own harness.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1AD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3F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 ·  TEAM REVIVE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you will see happen.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3464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A task lands — two owners, two lanes, no contention.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A question reaches the human — with a clock on it.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Done is two claims — the builder says merged; someone else says this is what we wanted.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 QUESTION 1  ·  HANDOFF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handoff carries the lane itself.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18144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423160"/>
            <a:ext cx="518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carries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5181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thread.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branch, at its commit.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937760"/>
            <a:ext cx="518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receiver builds on the diff, so nothing gets built twice.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70168" y="2194560"/>
            <a:ext cx="518144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423160"/>
            <a:ext cx="518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receiver can do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370168" y="2971800"/>
            <a:ext cx="5181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Challenge.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370168" y="4937760"/>
            <a:ext cx="518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handoff is an offer from one owner to another.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 QUESTION 2  ·  WHAT DID NOT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as approver produced the record of oversight without the oversight.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8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7:1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3017520"/>
            <a:ext cx="64309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for every real exchange with me — and in months, not one agent had asked me for help. Since we rebuilt the human as a member, more than a hundred have.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11535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463040"/>
            <a:ext cx="10180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44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@musterd/cli init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to a team. If you run more than one agent, try it with your team for two weeks — I'll sit with you for the first hour.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463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Nick Sanders  ·  </a:t>
            </a:r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@Nick_ASanders</a:t>
            </a:r>
            <a:pPr indent="0" marL="0">
              <a:buNone/>
            </a:pPr>
            <a:r>
              <a:rPr lang="en-US" sz="18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sandrise.io/nicksanders  ·  </a:t>
            </a:r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twitch.tv/sandrise_ai</a:t>
            </a:r>
            <a:pPr indent="0" marL="0">
              <a:buNone/>
            </a:pPr>
            <a:r>
              <a:rPr lang="en-US" sz="18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where musterd is built live, every day.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217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musterd.io  ·  github.com/SandRiseStudio/musterd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EACH PIECE EARNED ITS PLACE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1091153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907128"/>
                <a:gridCol w="4907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252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252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WE MEASURED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252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IT FORCED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Jun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 of the code produced was thrown away; handoffs carried a description of the work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Lanes: one owner, claimed before the first keystroke. A handoff carries the branch.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Jun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Replies waited up to 207 minutes on me as the relay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inbox reaches an agent at its next tool call.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 Jul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approvals for every exchange; 0 requests for help had reached me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human as a member. Agents ask with a deadline.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 Jul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“Done” meant the builder said so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is two claims: someone else accepts the outcome.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Sep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agent whose session was closed could not be reached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Wake: the agent comes back on a message — about 24 s cold, on a second machine.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2026-10-01T01:32:38Z</dcterms:created>
  <dcterms:modified xsi:type="dcterms:W3CDTF">2026-10-01T01:32:38Z</dcterms:modified>
</cp:coreProperties>
</file>